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424815" y="0"/>
            <a:ext cx="5143500" cy="685800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6594475" y="0"/>
            <a:ext cx="51435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SimSun</vt:lpstr>
      <vt:lpstr>Wingdings</vt:lpstr>
      <vt:lpstr>Arial Unicode MS</vt:lpstr>
      <vt:lpstr>Calibri</vt:lpstr>
      <vt:lpstr>Microsoft YaHei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cide Sui</dc:creator>
  <cp:lastModifiedBy>梒</cp:lastModifiedBy>
  <cp:revision>5</cp:revision>
  <dcterms:created xsi:type="dcterms:W3CDTF">2023-08-09T12:44:00Z</dcterms:created>
  <dcterms:modified xsi:type="dcterms:W3CDTF">2026-09-02T12:23:22Z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B83E8E5CA6B44D418EDC8147B994AAB7_12</vt:lpwstr>
  </property>
</Properties>
</file>